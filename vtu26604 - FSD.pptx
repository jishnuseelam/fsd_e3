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1" r:id="rId7"/>
    <p:sldId id="261" r:id="rId8"/>
    <p:sldId id="262" r:id="rId9"/>
    <p:sldId id="263" r:id="rId10"/>
    <p:sldId id="264" r:id="rId11"/>
    <p:sldId id="266" r:id="rId12"/>
    <p:sldId id="269" r:id="rId13"/>
    <p:sldId id="267"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22" autoAdjust="0"/>
  </p:normalViewPr>
  <p:slideViewPr>
    <p:cSldViewPr>
      <p:cViewPr varScale="1">
        <p:scale>
          <a:sx n="52" d="100"/>
          <a:sy n="52" d="100"/>
        </p:scale>
        <p:origin x="2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17-04-2026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dirty="0"/>
              <a:t>Ticket Booking of an Internal Department Event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46508" y="7774636"/>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S.Jishnu</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Parameswararao</a:t>
            </a:r>
            <a:r>
              <a:rPr lang="en-US" sz="3000" dirty="0">
                <a:latin typeface="Cambria" panose="02040503050406030204" pitchFamily="18" charset="0"/>
                <a:ea typeface="Cambria" panose="02040503050406030204" pitchFamily="18" charset="0"/>
              </a:rPr>
              <a:t> – VTU26604 – 23UECS0877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Hafizur Rahman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91275"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1" name="Rectangle 6">
            <a:extLst>
              <a:ext uri="{FF2B5EF4-FFF2-40B4-BE49-F238E27FC236}">
                <a16:creationId xmlns:a16="http://schemas.microsoft.com/office/drawing/2014/main" id="{4186DAEE-19F5-B7F0-54E5-40A2D5D48695}"/>
              </a:ext>
            </a:extLst>
          </p:cNvPr>
          <p:cNvSpPr>
            <a:spLocks noChangeArrowheads="1"/>
          </p:cNvSpPr>
          <p:nvPr/>
        </p:nvSpPr>
        <p:spPr bwMode="auto">
          <a:xfrm>
            <a:off x="2528664" y="4026742"/>
            <a:ext cx="1208291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63AC50E-587C-4F00-F7B3-7910FD19AE70}"/>
              </a:ext>
            </a:extLst>
          </p:cNvPr>
          <p:cNvSpPr>
            <a:spLocks noChangeArrowheads="1"/>
          </p:cNvSpPr>
          <p:nvPr/>
        </p:nvSpPr>
        <p:spPr bwMode="auto">
          <a:xfrm>
            <a:off x="2538189" y="1892776"/>
            <a:ext cx="10349136"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Event Ticket Booking System is a web-based application developed using React JS.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allows users to view event details and book tickets online </a:t>
            </a:r>
            <a:r>
              <a:rPr kumimoji="0" lang="ar-SA"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بسهولة</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a simple and user-friendly interface for easy booking.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enter their details and select the number of tickets required.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validation ensures correct data entry and prevents invalid bookings.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displays booking summary with total amount.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also maintains booking history for future reference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8771632"/>
          </a:xfrm>
          <a:prstGeom prst="rect">
            <a:avLst/>
          </a:prstGeom>
          <a:noFill/>
        </p:spPr>
        <p:txBody>
          <a:bodyPr wrap="square" rtlCol="0">
            <a:spAutoFit/>
          </a:bodyPr>
          <a:lstStyle/>
          <a:p>
            <a:endParaRPr lang="en-US" sz="2800" dirty="0"/>
          </a:p>
          <a:p>
            <a:endParaRPr lang="en-US" sz="2800" dirty="0"/>
          </a:p>
          <a:p>
            <a:endParaRPr lang="en-US" sz="2800" dirty="0"/>
          </a:p>
          <a:p>
            <a:r>
              <a:rPr lang="en-US" sz="2400" dirty="0">
                <a:latin typeface="Times New Roman" panose="02020603050405020304" pitchFamily="18" charset="0"/>
                <a:cs typeface="Times New Roman" panose="02020603050405020304" pitchFamily="18" charset="0"/>
              </a:rPr>
              <a:t>Traditional event ticket booking systems are mostly manual, making the process time-consuming and inefficient. There is no proper mechanism to track ticket availability and user bookings, which can lead to issues such as overbooking and incorrect data entry. Users also do not receive instant confirmation after booking, causing inconvenience. Additionally, there is no centralized system to store and manage booking records, making it difficult to access booking history when needed. Therefore, there is a need for an automated, user-friendly ticket booking system that can handle bookings efficiently, reduce errors, and provide a better user experience.</a:t>
            </a: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1981200" y="2284152"/>
            <a:ext cx="15082325" cy="3539430"/>
          </a:xfrm>
          <a:prstGeom prst="rect">
            <a:avLst/>
          </a:prstGeom>
          <a:noFill/>
        </p:spPr>
        <p:txBody>
          <a:bodyPr wrap="square" rtlCol="0">
            <a:spAutoFit/>
          </a:bodyPr>
          <a:lstStyle/>
          <a:p>
            <a:endParaRPr lang="en-US" sz="2800" dirty="0"/>
          </a:p>
          <a:p>
            <a:pPr marL="457200" indent="-457200">
              <a:buFontTx/>
              <a:buChar char="-"/>
            </a:pPr>
            <a:endParaRPr lang="en-US" sz="2800" dirty="0"/>
          </a:p>
          <a:p>
            <a:r>
              <a:rPr lang="en-US" sz="2800" dirty="0"/>
              <a:t>To develop a user-friendly web application for booking event tickets online. </a:t>
            </a:r>
          </a:p>
          <a:p>
            <a:endParaRPr lang="en-US" sz="2800" dirty="0"/>
          </a:p>
          <a:p>
            <a:r>
              <a:rPr lang="en-US" sz="2800" dirty="0"/>
              <a:t>To ensure accurate booking through input validation and maintain booking records for future reference. </a:t>
            </a:r>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82E82D89-D7BE-B6CE-AAF5-BCC00CEB6D36}"/>
              </a:ext>
            </a:extLst>
          </p:cNvPr>
          <p:cNvSpPr>
            <a:spLocks noChangeArrowheads="1"/>
          </p:cNvSpPr>
          <p:nvPr/>
        </p:nvSpPr>
        <p:spPr bwMode="auto">
          <a:xfrm>
            <a:off x="1967647" y="970848"/>
            <a:ext cx="10111230" cy="7940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2400" dirty="0"/>
              <a:t>The system is a web-based application developed using React JS. </a:t>
            </a:r>
          </a:p>
          <a:p>
            <a:endParaRPr lang="en-US" sz="2400" dirty="0"/>
          </a:p>
          <a:p>
            <a:r>
              <a:rPr lang="en-US" sz="2400" dirty="0"/>
              <a:t>It allows users to view event details such as name, date, venue, and ticket price.</a:t>
            </a:r>
          </a:p>
          <a:p>
            <a:r>
              <a:rPr lang="en-US" sz="2400" dirty="0"/>
              <a:t> </a:t>
            </a:r>
          </a:p>
          <a:p>
            <a:r>
              <a:rPr lang="en-US" sz="2400" dirty="0"/>
              <a:t>Users can enter their details and book tickets online. </a:t>
            </a:r>
          </a:p>
          <a:p>
            <a:endParaRPr lang="en-US" sz="2400" dirty="0"/>
          </a:p>
          <a:p>
            <a:r>
              <a:rPr lang="en-US" sz="2400" dirty="0"/>
              <a:t>The system validates user inputs to ensure correct and secure data entry. </a:t>
            </a:r>
          </a:p>
          <a:p>
            <a:endParaRPr lang="en-US" sz="2400" dirty="0"/>
          </a:p>
          <a:p>
            <a:r>
              <a:rPr lang="en-US" sz="2400" dirty="0"/>
              <a:t>It prevents overbooking by checking ticket availability. </a:t>
            </a:r>
          </a:p>
          <a:p>
            <a:endParaRPr lang="en-US" sz="2400" dirty="0"/>
          </a:p>
          <a:p>
            <a:r>
              <a:rPr lang="en-US" sz="2400" dirty="0"/>
              <a:t>After booking, it displays a confirmation summary with total amount. </a:t>
            </a:r>
          </a:p>
          <a:p>
            <a:endParaRPr lang="en-US" sz="2400" dirty="0"/>
          </a:p>
          <a:p>
            <a:r>
              <a:rPr lang="en-US" sz="2400" dirty="0"/>
              <a:t>The system stores booking details using local storage. </a:t>
            </a:r>
          </a:p>
          <a:p>
            <a:endParaRPr lang="en-US" sz="2400" dirty="0"/>
          </a:p>
          <a:p>
            <a:r>
              <a:rPr lang="en-US" sz="2400" dirty="0"/>
              <a:t>Users can view their booking history at any time. </a:t>
            </a:r>
          </a:p>
          <a:p>
            <a:endParaRPr lang="en-US" sz="2400" dirty="0"/>
          </a:p>
          <a:p>
            <a:r>
              <a:rPr lang="en-US" sz="2400" dirty="0"/>
              <a:t>It also provides an option to delete specific booking records. </a:t>
            </a:r>
          </a:p>
          <a:p>
            <a:endParaRPr lang="en-US" sz="2400" dirty="0"/>
          </a:p>
          <a:p>
            <a:r>
              <a:rPr lang="en-US" sz="2400" dirty="0"/>
              <a:t>The system offers a simple, fast, and user-friendly booking experience.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D83D85-C2C1-DD12-35A0-0CBEE89CB953}"/>
              </a:ext>
            </a:extLst>
          </p:cNvPr>
          <p:cNvPicPr>
            <a:picLocks noChangeAspect="1"/>
          </p:cNvPicPr>
          <p:nvPr/>
        </p:nvPicPr>
        <p:blipFill>
          <a:blip r:embed="rId2"/>
          <a:stretch>
            <a:fillRect/>
          </a:stretch>
        </p:blipFill>
        <p:spPr>
          <a:xfrm>
            <a:off x="2632455" y="800100"/>
            <a:ext cx="13480042" cy="8991600"/>
          </a:xfrm>
          <a:prstGeom prst="rect">
            <a:avLst/>
          </a:prstGeom>
        </p:spPr>
      </p:pic>
    </p:spTree>
    <p:extLst>
      <p:ext uri="{BB962C8B-B14F-4D97-AF65-F5344CB8AC3E}">
        <p14:creationId xmlns:p14="http://schemas.microsoft.com/office/powerpoint/2010/main" val="3212320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66288" y="678581"/>
            <a:ext cx="15082325" cy="14680942"/>
          </a:xfrm>
          <a:prstGeom prst="rect">
            <a:avLst/>
          </a:prstGeom>
          <a:noFill/>
        </p:spPr>
        <p:txBody>
          <a:bodyPr wrap="square" rtlCol="0">
            <a:sp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a:t>
            </a:r>
            <a:r>
              <a:rPr lang="en-US" sz="2400" b="1" dirty="0"/>
              <a:t>Input</a:t>
            </a:r>
          </a:p>
          <a:p>
            <a:r>
              <a:rPr lang="en-US" sz="2400" dirty="0"/>
              <a:t>User views event details </a:t>
            </a:r>
          </a:p>
          <a:p>
            <a:r>
              <a:rPr lang="en-US" sz="2400" dirty="0"/>
              <a:t>User enters personal details (name, email, department) </a:t>
            </a:r>
          </a:p>
          <a:p>
            <a:r>
              <a:rPr lang="en-US" sz="2400" dirty="0"/>
              <a:t>User selects number of tickets </a:t>
            </a:r>
          </a:p>
          <a:p>
            <a:r>
              <a:rPr lang="en-US" sz="2400" dirty="0"/>
              <a:t>Data is entered through form inputs </a:t>
            </a:r>
          </a:p>
          <a:p>
            <a:endParaRPr lang="en-US" sz="2400" dirty="0"/>
          </a:p>
          <a:p>
            <a:r>
              <a:rPr lang="en-US" sz="2400" b="1" dirty="0"/>
              <a:t>2. Processing</a:t>
            </a:r>
          </a:p>
          <a:p>
            <a:r>
              <a:rPr lang="en-US" sz="2400" dirty="0"/>
              <a:t>System validates user inputs </a:t>
            </a:r>
          </a:p>
          <a:p>
            <a:r>
              <a:rPr lang="en-US" sz="2400" dirty="0"/>
              <a:t>Email format is checked </a:t>
            </a:r>
          </a:p>
          <a:p>
            <a:r>
              <a:rPr lang="en-US" sz="2400" dirty="0"/>
              <a:t>Ticket availability is verified </a:t>
            </a:r>
          </a:p>
          <a:p>
            <a:r>
              <a:rPr lang="en-US" sz="2400" dirty="0"/>
              <a:t>Total amount is calculated automatically </a:t>
            </a:r>
          </a:p>
          <a:p>
            <a:r>
              <a:rPr lang="en-US" sz="2400" dirty="0"/>
              <a:t>Booking request is processed </a:t>
            </a:r>
          </a:p>
          <a:p>
            <a:endParaRPr lang="en-US" sz="2400" dirty="0"/>
          </a:p>
          <a:p>
            <a:r>
              <a:rPr lang="en-US" sz="2400" b="1" dirty="0"/>
              <a:t> 3. Storage (Database / Local Storage)</a:t>
            </a:r>
          </a:p>
          <a:p>
            <a:r>
              <a:rPr lang="en-US" sz="2400" dirty="0"/>
              <a:t>Booking details are stored in browser local storage </a:t>
            </a:r>
          </a:p>
          <a:p>
            <a:r>
              <a:rPr lang="en-US" sz="2400" dirty="0"/>
              <a:t>Stores user details and ticket information </a:t>
            </a:r>
          </a:p>
          <a:p>
            <a:r>
              <a:rPr lang="en-US" sz="2400" dirty="0"/>
              <a:t>Maintains booking history </a:t>
            </a:r>
          </a:p>
          <a:p>
            <a:r>
              <a:rPr lang="en-US" sz="2400" dirty="0"/>
              <a:t>Data can be retrieved and updated dynamically </a:t>
            </a:r>
          </a:p>
          <a:p>
            <a:endParaRPr lang="en-US" sz="2400" dirty="0"/>
          </a:p>
          <a:p>
            <a:r>
              <a:rPr lang="en-US" sz="2400" b="1" dirty="0"/>
              <a:t>4. Output</a:t>
            </a:r>
          </a:p>
          <a:p>
            <a:r>
              <a:rPr lang="en-US" sz="2400" dirty="0"/>
              <a:t>Displays booking confirmation instantly </a:t>
            </a:r>
          </a:p>
          <a:p>
            <a:r>
              <a:rPr lang="en-US" sz="2400" dirty="0"/>
              <a:t>Shows booking summary (user, event, tickets, total amount) </a:t>
            </a:r>
          </a:p>
          <a:p>
            <a:r>
              <a:rPr lang="en-US" sz="2400" dirty="0"/>
              <a:t>Updates available ticket count </a:t>
            </a:r>
          </a:p>
          <a:p>
            <a:r>
              <a:rPr lang="en-US" sz="2400" dirty="0"/>
              <a:t>Displays booking history </a:t>
            </a:r>
          </a:p>
          <a:p>
            <a:r>
              <a:rPr lang="en-US" sz="2400" dirty="0"/>
              <a:t>Allows deletion of specific booking records</a:t>
            </a: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B1B1DC82-1CB1-A711-424D-43160B1A15CB}"/>
              </a:ext>
            </a:extLst>
          </p:cNvPr>
          <p:cNvPicPr>
            <a:picLocks noChangeAspect="1"/>
          </p:cNvPicPr>
          <p:nvPr/>
        </p:nvPicPr>
        <p:blipFill>
          <a:blip r:embed="rId4"/>
          <a:stretch>
            <a:fillRect/>
          </a:stretch>
        </p:blipFill>
        <p:spPr>
          <a:xfrm>
            <a:off x="6629400" y="1365344"/>
            <a:ext cx="5638800" cy="84722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21094" y="352425"/>
            <a:ext cx="15082325" cy="13449836"/>
          </a:xfrm>
          <a:prstGeom prst="rect">
            <a:avLst/>
          </a:prstGeom>
          <a:noFill/>
        </p:spPr>
        <p:txBody>
          <a:bodyPr wrap="square" rtlCol="0">
            <a:spAutoFit/>
          </a:bodyPr>
          <a:lstStyle/>
          <a:p>
            <a:endParaRPr lang="en-IN" sz="2800" b="1" dirty="0"/>
          </a:p>
          <a:p>
            <a:endParaRPr lang="en-IN" sz="2800" b="1" dirty="0"/>
          </a:p>
          <a:p>
            <a:endParaRPr lang="en-IN" sz="2800" b="1" dirty="0"/>
          </a:p>
          <a:p>
            <a:r>
              <a:rPr lang="en-IN" sz="2800" b="1" dirty="0"/>
              <a:t>Software Requirements </a:t>
            </a:r>
          </a:p>
          <a:p>
            <a:endParaRPr lang="en-IN" sz="2800" b="1" dirty="0"/>
          </a:p>
          <a:p>
            <a:r>
              <a:rPr lang="en-IN" sz="2800" dirty="0"/>
              <a:t>Operating System: Windows 10/11 </a:t>
            </a:r>
          </a:p>
          <a:p>
            <a:r>
              <a:rPr lang="en-IN" sz="2800" dirty="0"/>
              <a:t>Frontend: React JS </a:t>
            </a:r>
          </a:p>
          <a:p>
            <a:r>
              <a:rPr lang="en-IN" sz="2800" dirty="0"/>
              <a:t>Languages: JavaScript (ES6), HTML5, CSS3 </a:t>
            </a:r>
          </a:p>
          <a:p>
            <a:r>
              <a:rPr lang="en-IN" sz="2800" dirty="0"/>
              <a:t>Code Editor: Visual Studio Code / Notepad++ </a:t>
            </a:r>
          </a:p>
          <a:p>
            <a:r>
              <a:rPr lang="en-IN" sz="2800" dirty="0"/>
              <a:t>Browser: Google Chrome / Microsoft Edge </a:t>
            </a:r>
          </a:p>
          <a:p>
            <a:r>
              <a:rPr lang="en-IN" sz="2800" dirty="0"/>
              <a:t>Package Manager: Node.js &amp; </a:t>
            </a:r>
            <a:r>
              <a:rPr lang="en-IN" sz="2800" dirty="0" err="1"/>
              <a:t>npm</a:t>
            </a:r>
            <a:r>
              <a:rPr lang="en-IN" sz="2800" dirty="0"/>
              <a:t> </a:t>
            </a:r>
          </a:p>
          <a:p>
            <a:br>
              <a:rPr lang="en-IN" sz="2800" dirty="0"/>
            </a:br>
            <a:endParaRPr lang="en-IN" sz="2800" dirty="0"/>
          </a:p>
          <a:p>
            <a:r>
              <a:rPr lang="en-IN" sz="2800" b="1" dirty="0"/>
              <a:t>🔹 Hardware Requirements</a:t>
            </a:r>
          </a:p>
          <a:p>
            <a:endParaRPr lang="en-IN" sz="2800" b="1" dirty="0"/>
          </a:p>
          <a:p>
            <a:r>
              <a:rPr lang="en-IN" sz="2800" dirty="0"/>
              <a:t>Processor: Intel i3 or above </a:t>
            </a:r>
          </a:p>
          <a:p>
            <a:r>
              <a:rPr lang="en-IN" sz="2800" dirty="0"/>
              <a:t>RAM: Minimum 4 GB </a:t>
            </a:r>
          </a:p>
          <a:p>
            <a:r>
              <a:rPr lang="en-IN" sz="2800" dirty="0"/>
              <a:t>Storage: At least 10 GB free space </a:t>
            </a:r>
          </a:p>
          <a:p>
            <a:r>
              <a:rPr lang="en-IN" sz="2800" dirty="0"/>
              <a:t>System Type: 64-bit Computer/Laptop</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3810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9140964"/>
          </a:xfrm>
          <a:prstGeom prst="rect">
            <a:avLst/>
          </a:prstGeom>
          <a:noFill/>
        </p:spPr>
        <p:txBody>
          <a:bodyPr wrap="square" rtlCol="0">
            <a:spAutoFit/>
          </a:bodyPr>
          <a:lstStyle/>
          <a:p>
            <a:endParaRPr lang="en-IN" sz="2800" b="1" dirty="0"/>
          </a:p>
          <a:p>
            <a:r>
              <a:rPr lang="en-US" sz="2800" b="1" dirty="0"/>
              <a:t>Module 1: User Interface (Event Details Module)</a:t>
            </a:r>
          </a:p>
          <a:p>
            <a:r>
              <a:rPr lang="en-US" sz="2800" dirty="0"/>
              <a:t>Handles displaying event information such as event name, department, date, venue, ticket price, and available tickets. It provides a simple and interactive interface for users to view event details before booking tickets.</a:t>
            </a:r>
          </a:p>
          <a:p>
            <a:br>
              <a:rPr lang="en-US" sz="2800" dirty="0"/>
            </a:br>
            <a:r>
              <a:rPr lang="en-US" sz="2800" b="1" dirty="0"/>
              <a:t> Module 2: Ticket Booking Module</a:t>
            </a:r>
          </a:p>
          <a:p>
            <a:r>
              <a:rPr lang="en-US" sz="2800" dirty="0"/>
              <a:t>Implements the core booking functionality by allowing users to enter their details (name, email, department) and select the number of tickets. It validates inputs and prevents overbooking by checking ticket availability.</a:t>
            </a:r>
          </a:p>
          <a:p>
            <a:br>
              <a:rPr lang="en-US" sz="2800" dirty="0"/>
            </a:br>
            <a:r>
              <a:rPr lang="en-US" sz="2800" b="1" dirty="0"/>
              <a:t> Module 3: Booking Processing &amp; Storage</a:t>
            </a:r>
          </a:p>
          <a:p>
            <a:r>
              <a:rPr lang="en-US" sz="2800" dirty="0"/>
              <a:t>Manages the booking process by calculating total cost and storing booking details using browser local storage. It ensures data is saved correctly and can be retrieved later for history display.</a:t>
            </a:r>
          </a:p>
          <a:p>
            <a:br>
              <a:rPr lang="en-US" sz="2800" dirty="0"/>
            </a:br>
            <a:r>
              <a:rPr lang="en-US" sz="2800" b="1" dirty="0"/>
              <a:t> Module 4: Summary &amp; History Management</a:t>
            </a:r>
          </a:p>
          <a:p>
            <a:r>
              <a:rPr lang="en-US" sz="2800" dirty="0"/>
              <a:t>Displays booking confirmation with user details, event name, tickets booked, and total amount. It also maintains booking history, allows users to view past bookings, and delete specific records.</a:t>
            </a:r>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133600" y="1638300"/>
            <a:ext cx="15082325" cy="3108543"/>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A817A29E-AC3A-E3B0-4584-20425BB8ED0A}"/>
              </a:ext>
            </a:extLst>
          </p:cNvPr>
          <p:cNvSpPr txBox="1"/>
          <p:nvPr/>
        </p:nvSpPr>
        <p:spPr>
          <a:xfrm>
            <a:off x="2488322" y="8648700"/>
            <a:ext cx="14211300" cy="830997"/>
          </a:xfrm>
          <a:prstGeom prst="rect">
            <a:avLst/>
          </a:prstGeom>
          <a:noFill/>
        </p:spPr>
        <p:txBody>
          <a:bodyPr wrap="square">
            <a:spAutoFit/>
          </a:bodyPr>
          <a:lstStyle/>
          <a:p>
            <a:r>
              <a:rPr lang="en-US" sz="2400" dirty="0"/>
              <a:t>This is an event booking page for Tech Fest 2026 showing details like date, venue, and price.</a:t>
            </a:r>
            <a:br>
              <a:rPr lang="en-US" sz="2400" dirty="0"/>
            </a:br>
            <a:r>
              <a:rPr lang="en-US" sz="2400" dirty="0"/>
              <a:t>Users can easily book tickets using the “Book Now” button.</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EF0B3BA-4C73-7BE6-79CA-511E45C2D607}"/>
              </a:ext>
            </a:extLst>
          </p:cNvPr>
          <p:cNvPicPr>
            <a:picLocks noChangeAspect="1"/>
          </p:cNvPicPr>
          <p:nvPr/>
        </p:nvPicPr>
        <p:blipFill>
          <a:blip r:embed="rId4"/>
          <a:stretch>
            <a:fillRect/>
          </a:stretch>
        </p:blipFill>
        <p:spPr>
          <a:xfrm>
            <a:off x="2106055" y="1208777"/>
            <a:ext cx="15064615" cy="726794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C7DAFE5-D9D5-57F0-D23F-50C91B505FCD}"/>
              </a:ext>
            </a:extLst>
          </p:cNvPr>
          <p:cNvSpPr txBox="1"/>
          <p:nvPr/>
        </p:nvSpPr>
        <p:spPr>
          <a:xfrm>
            <a:off x="1821095" y="8808573"/>
            <a:ext cx="14211300" cy="830997"/>
          </a:xfrm>
          <a:prstGeom prst="rect">
            <a:avLst/>
          </a:prstGeom>
          <a:noFill/>
        </p:spPr>
        <p:txBody>
          <a:bodyPr wrap="square">
            <a:spAutoFit/>
          </a:bodyPr>
          <a:lstStyle/>
          <a:p>
            <a:r>
              <a:rPr lang="en-US" sz="2400" dirty="0"/>
              <a:t>This is a ticket booking form where users enter details like name, email, department, and number of tickets.</a:t>
            </a:r>
            <a:br>
              <a:rPr lang="en-US" sz="2400" dirty="0"/>
            </a:br>
            <a:r>
              <a:rPr lang="en-US" sz="2400" dirty="0"/>
              <a:t>Users can confirm their booking or reset the form easily.</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45BD7F5-3570-7C94-DA56-A2C4AAF2CF62}"/>
              </a:ext>
            </a:extLst>
          </p:cNvPr>
          <p:cNvPicPr>
            <a:picLocks noChangeAspect="1"/>
          </p:cNvPicPr>
          <p:nvPr/>
        </p:nvPicPr>
        <p:blipFill>
          <a:blip r:embed="rId4"/>
          <a:stretch>
            <a:fillRect/>
          </a:stretch>
        </p:blipFill>
        <p:spPr>
          <a:xfrm>
            <a:off x="1917643" y="1562235"/>
            <a:ext cx="15119499" cy="68580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29657" y="6794373"/>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1810" y="3456221"/>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1810" y="2122828"/>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1810" y="4123852"/>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1810" y="2788591"/>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1810" y="5459113"/>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1810" y="4791482"/>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1810" y="6126743"/>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1810" y="7901325"/>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07489" y="1169179"/>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64739" y="-38100"/>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46469" y="48337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3869" y="1778779"/>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A36421B0-021C-5EF8-AD36-9B2B6E28C715}"/>
              </a:ext>
            </a:extLst>
          </p:cNvPr>
          <p:cNvSpPr txBox="1"/>
          <p:nvPr/>
        </p:nvSpPr>
        <p:spPr>
          <a:xfrm>
            <a:off x="1752600" y="8766857"/>
            <a:ext cx="14211300" cy="830997"/>
          </a:xfrm>
          <a:prstGeom prst="rect">
            <a:avLst/>
          </a:prstGeom>
          <a:noFill/>
        </p:spPr>
        <p:txBody>
          <a:bodyPr wrap="square">
            <a:spAutoFit/>
          </a:bodyPr>
          <a:lstStyle/>
          <a:p>
            <a:r>
              <a:rPr lang="en-US" sz="2400" dirty="0"/>
              <a:t>This is a booking history page showing all the tickets booked by the user.</a:t>
            </a:r>
            <a:br>
              <a:rPr lang="en-US" sz="2400" dirty="0"/>
            </a:br>
            <a:r>
              <a:rPr lang="en-US" sz="2400" dirty="0"/>
              <a:t>Users can view details and delete any booking if needed.</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1CC0953-C1F4-FA52-890F-84DB2F867AB4}"/>
              </a:ext>
            </a:extLst>
          </p:cNvPr>
          <p:cNvPicPr>
            <a:picLocks noChangeAspect="1"/>
          </p:cNvPicPr>
          <p:nvPr/>
        </p:nvPicPr>
        <p:blipFill>
          <a:blip r:embed="rId4"/>
          <a:stretch>
            <a:fillRect/>
          </a:stretch>
        </p:blipFill>
        <p:spPr>
          <a:xfrm>
            <a:off x="1769760" y="1581415"/>
            <a:ext cx="15557471" cy="718544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6113025-324F-67B5-BFC6-F9C1E5DC308F}"/>
              </a:ext>
            </a:extLst>
          </p:cNvPr>
          <p:cNvSpPr txBox="1"/>
          <p:nvPr/>
        </p:nvSpPr>
        <p:spPr>
          <a:xfrm>
            <a:off x="2107947" y="2186196"/>
            <a:ext cx="14047838" cy="5632311"/>
          </a:xfrm>
          <a:prstGeom prst="rect">
            <a:avLst/>
          </a:prstGeom>
          <a:noFill/>
        </p:spPr>
        <p:txBody>
          <a:bodyPr wrap="square">
            <a:spAutoFit/>
          </a:bodyPr>
          <a:lstStyle/>
          <a:p>
            <a:r>
              <a:rPr lang="en-US" sz="2400" b="1" dirty="0"/>
              <a:t>Advantages</a:t>
            </a:r>
          </a:p>
          <a:p>
            <a:r>
              <a:rPr lang="en-US" sz="2400" dirty="0"/>
              <a:t>Provides a simple and user-friendly interface for booking tickets.</a:t>
            </a:r>
          </a:p>
          <a:p>
            <a:r>
              <a:rPr lang="en-US" sz="2400" dirty="0"/>
              <a:t>Reduces manual effort and saves time. </a:t>
            </a:r>
          </a:p>
          <a:p>
            <a:r>
              <a:rPr lang="en-US" sz="2400" dirty="0"/>
              <a:t>Ensures accurate booking through input validation. </a:t>
            </a:r>
          </a:p>
          <a:p>
            <a:r>
              <a:rPr lang="en-US" sz="2400" dirty="0"/>
              <a:t>Prevents overbooking by checking ticket availability. </a:t>
            </a:r>
          </a:p>
          <a:p>
            <a:r>
              <a:rPr lang="en-US" sz="2400" dirty="0"/>
              <a:t>Displays instant booking confirmation and summary. </a:t>
            </a:r>
          </a:p>
          <a:p>
            <a:r>
              <a:rPr lang="en-US" sz="2400" dirty="0"/>
              <a:t>Maintains booking history for future reference. </a:t>
            </a:r>
          </a:p>
          <a:p>
            <a:r>
              <a:rPr lang="en-US" sz="2400" dirty="0"/>
              <a:t>Allows deletion of specific booking records. </a:t>
            </a:r>
          </a:p>
          <a:p>
            <a:br>
              <a:rPr lang="en-US" sz="2400" dirty="0"/>
            </a:br>
            <a:endParaRPr lang="en-US" sz="2400" dirty="0"/>
          </a:p>
          <a:p>
            <a:r>
              <a:rPr lang="en-US" sz="2400" b="1" dirty="0"/>
              <a:t> Limitations</a:t>
            </a:r>
          </a:p>
          <a:p>
            <a:r>
              <a:rPr lang="en-US" sz="2400" dirty="0"/>
              <a:t>Uses local storage instead of a real database. </a:t>
            </a:r>
          </a:p>
          <a:p>
            <a:r>
              <a:rPr lang="en-US" sz="2400" dirty="0"/>
              <a:t>Data is limited to a single browser/device. </a:t>
            </a:r>
          </a:p>
          <a:p>
            <a:r>
              <a:rPr lang="en-US" sz="2400" dirty="0"/>
              <a:t>Requires internet browser to run the application. </a:t>
            </a:r>
          </a:p>
          <a:p>
            <a:r>
              <a:rPr lang="en-US" sz="2400" dirty="0"/>
              <a:t>Limited scalability and real-time data handling</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1122</TotalTime>
  <Words>1118</Words>
  <Application>Microsoft Office PowerPoint</Application>
  <PresentationFormat>Custom</PresentationFormat>
  <Paragraphs>321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Bookman Old Style</vt:lpstr>
      <vt:lpstr>Times New Roman</vt:lpstr>
      <vt:lpstr>Gotham</vt:lpstr>
      <vt:lpstr>Calibri</vt:lpstr>
      <vt:lpstr>Gotham Bold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Venki's Laptop</dc:creator>
  <cp:lastModifiedBy>Jishnu seelam js</cp:lastModifiedBy>
  <cp:revision>50</cp:revision>
  <dcterms:created xsi:type="dcterms:W3CDTF">2006-08-16T00:00:00Z</dcterms:created>
  <dcterms:modified xsi:type="dcterms:W3CDTF">2026-04-17T03:42:32Z</dcterms:modified>
  <dc:identifier>DAHCaYqJ9OU</dc:identifier>
</cp:coreProperties>
</file>